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9EB2"/>
    <a:srgbClr val="FCEECB"/>
    <a:srgbClr val="0B1123"/>
    <a:srgbClr val="152044"/>
    <a:srgbClr val="1A2443"/>
    <a:srgbClr val="1E2542"/>
    <a:srgbClr val="3C5E57"/>
    <a:srgbClr val="3C8688"/>
    <a:srgbClr val="3F7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59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hra Amiri" userId="e86e4316460a2008" providerId="LiveId" clId="{B48D12AA-4450-4D25-B0DC-70730CDDDA90}"/>
    <pc:docChg chg="undo custSel addSld delSld modSld">
      <pc:chgData name="Zahra Amiri" userId="e86e4316460a2008" providerId="LiveId" clId="{B48D12AA-4450-4D25-B0DC-70730CDDDA90}" dt="2024-10-22T17:07:04.429" v="72" actId="1076"/>
      <pc:docMkLst>
        <pc:docMk/>
      </pc:docMkLst>
      <pc:sldChg chg="modSp mod">
        <pc:chgData name="Zahra Amiri" userId="e86e4316460a2008" providerId="LiveId" clId="{B48D12AA-4450-4D25-B0DC-70730CDDDA90}" dt="2024-10-22T16:30:20.737" v="31" actId="1076"/>
        <pc:sldMkLst>
          <pc:docMk/>
          <pc:sldMk cId="501059123" sldId="256"/>
        </pc:sldMkLst>
        <pc:spChg chg="mod">
          <ac:chgData name="Zahra Amiri" userId="e86e4316460a2008" providerId="LiveId" clId="{B48D12AA-4450-4D25-B0DC-70730CDDDA90}" dt="2024-10-22T16:30:04.910" v="28" actId="1035"/>
          <ac:spMkLst>
            <pc:docMk/>
            <pc:sldMk cId="501059123" sldId="256"/>
            <ac:spMk id="3" creationId="{131D27AB-BF01-E3A8-33D4-AAF4FCD6519E}"/>
          </ac:spMkLst>
        </pc:spChg>
        <pc:spChg chg="mod">
          <ac:chgData name="Zahra Amiri" userId="e86e4316460a2008" providerId="LiveId" clId="{B48D12AA-4450-4D25-B0DC-70730CDDDA90}" dt="2024-10-22T16:30:16.988" v="30" actId="1076"/>
          <ac:spMkLst>
            <pc:docMk/>
            <pc:sldMk cId="501059123" sldId="256"/>
            <ac:spMk id="4" creationId="{63F6BBD6-1F1B-79F5-DFC8-38F5D7899862}"/>
          </ac:spMkLst>
        </pc:spChg>
        <pc:spChg chg="mod">
          <ac:chgData name="Zahra Amiri" userId="e86e4316460a2008" providerId="LiveId" clId="{B48D12AA-4450-4D25-B0DC-70730CDDDA90}" dt="2024-10-22T16:29:12.036" v="23" actId="1076"/>
          <ac:spMkLst>
            <pc:docMk/>
            <pc:sldMk cId="501059123" sldId="256"/>
            <ac:spMk id="9" creationId="{83B1E5ED-7E0C-D03A-FE69-ABE12515941E}"/>
          </ac:spMkLst>
        </pc:spChg>
        <pc:spChg chg="mod">
          <ac:chgData name="Zahra Amiri" userId="e86e4316460a2008" providerId="LiveId" clId="{B48D12AA-4450-4D25-B0DC-70730CDDDA90}" dt="2024-10-22T16:28:30.194" v="22" actId="20577"/>
          <ac:spMkLst>
            <pc:docMk/>
            <pc:sldMk cId="501059123" sldId="256"/>
            <ac:spMk id="36" creationId="{2F78B590-E2E1-ADD6-F083-E5A852DAF381}"/>
          </ac:spMkLst>
        </pc:spChg>
        <pc:spChg chg="mod">
          <ac:chgData name="Zahra Amiri" userId="e86e4316460a2008" providerId="LiveId" clId="{B48D12AA-4450-4D25-B0DC-70730CDDDA90}" dt="2024-10-22T16:27:24.818" v="6" actId="20577"/>
          <ac:spMkLst>
            <pc:docMk/>
            <pc:sldMk cId="501059123" sldId="256"/>
            <ac:spMk id="37" creationId="{958E699A-F215-213D-7951-10929FC28796}"/>
          </ac:spMkLst>
        </pc:spChg>
        <pc:spChg chg="mod">
          <ac:chgData name="Zahra Amiri" userId="e86e4316460a2008" providerId="LiveId" clId="{B48D12AA-4450-4D25-B0DC-70730CDDDA90}" dt="2024-10-22T16:27:28.379" v="7" actId="20577"/>
          <ac:spMkLst>
            <pc:docMk/>
            <pc:sldMk cId="501059123" sldId="256"/>
            <ac:spMk id="38" creationId="{B0BFF107-63B8-036D-E22C-C44150FE93A8}"/>
          </ac:spMkLst>
        </pc:spChg>
        <pc:spChg chg="mod">
          <ac:chgData name="Zahra Amiri" userId="e86e4316460a2008" providerId="LiveId" clId="{B48D12AA-4450-4D25-B0DC-70730CDDDA90}" dt="2024-10-22T16:27:37.980" v="9" actId="20577"/>
          <ac:spMkLst>
            <pc:docMk/>
            <pc:sldMk cId="501059123" sldId="256"/>
            <ac:spMk id="39" creationId="{F4F25B16-1EC4-104E-DDBE-6A921101EA3B}"/>
          </ac:spMkLst>
        </pc:spChg>
        <pc:spChg chg="mod">
          <ac:chgData name="Zahra Amiri" userId="e86e4316460a2008" providerId="LiveId" clId="{B48D12AA-4450-4D25-B0DC-70730CDDDA90}" dt="2024-10-22T16:27:59.159" v="10" actId="20577"/>
          <ac:spMkLst>
            <pc:docMk/>
            <pc:sldMk cId="501059123" sldId="256"/>
            <ac:spMk id="40" creationId="{5B826898-27E1-E96D-2943-68492A378C72}"/>
          </ac:spMkLst>
        </pc:spChg>
        <pc:picChg chg="mod">
          <ac:chgData name="Zahra Amiri" userId="e86e4316460a2008" providerId="LiveId" clId="{B48D12AA-4450-4D25-B0DC-70730CDDDA90}" dt="2024-10-22T16:30:20.737" v="31" actId="1076"/>
          <ac:picMkLst>
            <pc:docMk/>
            <pc:sldMk cId="501059123" sldId="256"/>
            <ac:picMk id="6" creationId="{D590592D-E8EB-E929-B369-3C836165E07D}"/>
          </ac:picMkLst>
        </pc:picChg>
      </pc:sldChg>
      <pc:sldChg chg="add del">
        <pc:chgData name="Zahra Amiri" userId="e86e4316460a2008" providerId="LiveId" clId="{B48D12AA-4450-4D25-B0DC-70730CDDDA90}" dt="2024-10-22T16:28:09.871" v="15" actId="2890"/>
        <pc:sldMkLst>
          <pc:docMk/>
          <pc:sldMk cId="355433606" sldId="257"/>
        </pc:sldMkLst>
      </pc:sldChg>
      <pc:sldChg chg="addSp delSp modSp add mod">
        <pc:chgData name="Zahra Amiri" userId="e86e4316460a2008" providerId="LiveId" clId="{B48D12AA-4450-4D25-B0DC-70730CDDDA90}" dt="2024-10-22T17:07:04.429" v="72" actId="1076"/>
        <pc:sldMkLst>
          <pc:docMk/>
          <pc:sldMk cId="4206971503" sldId="257"/>
        </pc:sldMkLst>
        <pc:spChg chg="add del">
          <ac:chgData name="Zahra Amiri" userId="e86e4316460a2008" providerId="LiveId" clId="{B48D12AA-4450-4D25-B0DC-70730CDDDA90}" dt="2024-10-22T16:43:31.023" v="34" actId="478"/>
          <ac:spMkLst>
            <pc:docMk/>
            <pc:sldMk cId="4206971503" sldId="257"/>
            <ac:spMk id="2" creationId="{01EDD39D-A3D3-3931-F70F-F029E505A8D1}"/>
          </ac:spMkLst>
        </pc:spChg>
        <pc:spChg chg="add del">
          <ac:chgData name="Zahra Amiri" userId="e86e4316460a2008" providerId="LiveId" clId="{B48D12AA-4450-4D25-B0DC-70730CDDDA90}" dt="2024-10-22T16:46:40.662" v="42" actId="22"/>
          <ac:spMkLst>
            <pc:docMk/>
            <pc:sldMk cId="4206971503" sldId="257"/>
            <ac:spMk id="15" creationId="{81ED31A7-7B7F-2068-D685-999380B11814}"/>
          </ac:spMkLst>
        </pc:spChg>
        <pc:spChg chg="add mod">
          <ac:chgData name="Zahra Amiri" userId="e86e4316460a2008" providerId="LiveId" clId="{B48D12AA-4450-4D25-B0DC-70730CDDDA90}" dt="2024-10-22T17:05:58.595" v="68" actId="1035"/>
          <ac:spMkLst>
            <pc:docMk/>
            <pc:sldMk cId="4206971503" sldId="257"/>
            <ac:spMk id="20" creationId="{AEA0DD5A-12CC-4F33-640D-2BA7F42C54F5}"/>
          </ac:spMkLst>
        </pc:spChg>
        <pc:spChg chg="del">
          <ac:chgData name="Zahra Amiri" userId="e86e4316460a2008" providerId="LiveId" clId="{B48D12AA-4450-4D25-B0DC-70730CDDDA90}" dt="2024-10-22T16:44:49.439" v="39" actId="478"/>
          <ac:spMkLst>
            <pc:docMk/>
            <pc:sldMk cId="4206971503" sldId="257"/>
            <ac:spMk id="55" creationId="{42E0C41C-3028-D39D-5613-70E83BE4D204}"/>
          </ac:spMkLst>
        </pc:spChg>
        <pc:spChg chg="del">
          <ac:chgData name="Zahra Amiri" userId="e86e4316460a2008" providerId="LiveId" clId="{B48D12AA-4450-4D25-B0DC-70730CDDDA90}" dt="2024-10-22T16:44:49.439" v="39" actId="478"/>
          <ac:spMkLst>
            <pc:docMk/>
            <pc:sldMk cId="4206971503" sldId="257"/>
            <ac:spMk id="56" creationId="{70F39D61-0F46-4662-10ED-DB51A3C33F8E}"/>
          </ac:spMkLst>
        </pc:spChg>
        <pc:spChg chg="del">
          <ac:chgData name="Zahra Amiri" userId="e86e4316460a2008" providerId="LiveId" clId="{B48D12AA-4450-4D25-B0DC-70730CDDDA90}" dt="2024-10-22T16:44:49.439" v="39" actId="478"/>
          <ac:spMkLst>
            <pc:docMk/>
            <pc:sldMk cId="4206971503" sldId="257"/>
            <ac:spMk id="57" creationId="{21FFDC5B-90B0-DCCF-606E-4D401E7F2694}"/>
          </ac:spMkLst>
        </pc:spChg>
        <pc:picChg chg="add mod">
          <ac:chgData name="Zahra Amiri" userId="e86e4316460a2008" providerId="LiveId" clId="{B48D12AA-4450-4D25-B0DC-70730CDDDA90}" dt="2024-10-22T17:07:00.683" v="71" actId="1076"/>
          <ac:picMkLst>
            <pc:docMk/>
            <pc:sldMk cId="4206971503" sldId="257"/>
            <ac:picMk id="13" creationId="{1496BE24-ED14-824A-2081-946177D22873}"/>
          </ac:picMkLst>
        </pc:picChg>
        <pc:picChg chg="add mod">
          <ac:chgData name="Zahra Amiri" userId="e86e4316460a2008" providerId="LiveId" clId="{B48D12AA-4450-4D25-B0DC-70730CDDDA90}" dt="2024-10-22T17:07:04.429" v="72" actId="1076"/>
          <ac:picMkLst>
            <pc:docMk/>
            <pc:sldMk cId="4206971503" sldId="257"/>
            <ac:picMk id="17" creationId="{040A81FC-8CB2-E535-C9A3-CAD06D45309E}"/>
          </ac:picMkLst>
        </pc:picChg>
        <pc:picChg chg="add del mod">
          <ac:chgData name="Zahra Amiri" userId="e86e4316460a2008" providerId="LiveId" clId="{B48D12AA-4450-4D25-B0DC-70730CDDDA90}" dt="2024-10-22T17:04:51.330" v="59" actId="478"/>
          <ac:picMkLst>
            <pc:docMk/>
            <pc:sldMk cId="4206971503" sldId="257"/>
            <ac:picMk id="19" creationId="{3AF9E488-FE44-5C2E-FB9B-F00950E37726}"/>
          </ac:picMkLst>
        </pc:picChg>
        <pc:picChg chg="add mod">
          <ac:chgData name="Zahra Amiri" userId="e86e4316460a2008" providerId="LiveId" clId="{B48D12AA-4450-4D25-B0DC-70730CDDDA90}" dt="2024-10-22T17:05:44.818" v="66" actId="1038"/>
          <ac:picMkLst>
            <pc:docMk/>
            <pc:sldMk cId="4206971503" sldId="257"/>
            <ac:picMk id="21" creationId="{002DE68F-758E-6599-2C8E-E31DD66EBB3C}"/>
          </ac:picMkLst>
        </pc:picChg>
        <pc:picChg chg="del">
          <ac:chgData name="Zahra Amiri" userId="e86e4316460a2008" providerId="LiveId" clId="{B48D12AA-4450-4D25-B0DC-70730CDDDA90}" dt="2024-10-22T16:44:49.439" v="39" actId="478"/>
          <ac:picMkLst>
            <pc:docMk/>
            <pc:sldMk cId="4206971503" sldId="257"/>
            <ac:picMk id="60" creationId="{9CF4D9C6-A08C-0580-9DAA-C48264FE558F}"/>
          </ac:picMkLst>
        </pc:picChg>
        <pc:picChg chg="del">
          <ac:chgData name="Zahra Amiri" userId="e86e4316460a2008" providerId="LiveId" clId="{B48D12AA-4450-4D25-B0DC-70730CDDDA90}" dt="2024-10-22T16:44:49.439" v="39" actId="478"/>
          <ac:picMkLst>
            <pc:docMk/>
            <pc:sldMk cId="4206971503" sldId="257"/>
            <ac:picMk id="62" creationId="{B215D33A-B38E-F13B-6ABA-AAB674CE9607}"/>
          </ac:picMkLst>
        </pc:picChg>
        <pc:picChg chg="del">
          <ac:chgData name="Zahra Amiri" userId="e86e4316460a2008" providerId="LiveId" clId="{B48D12AA-4450-4D25-B0DC-70730CDDDA90}" dt="2024-10-22T16:44:49.439" v="39" actId="478"/>
          <ac:picMkLst>
            <pc:docMk/>
            <pc:sldMk cId="4206971503" sldId="257"/>
            <ac:picMk id="1028" creationId="{179024B2-8EC2-1B85-A47C-F0D81F0B15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D15C9-F7F6-4A00-9614-2F2894AFD39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2597E-345E-484F-9228-39F382833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09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2597E-345E-484F-9228-39F3828339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0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20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2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119288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4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2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486838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3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2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16571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3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897" indent="0">
              <a:buNone/>
              <a:defRPr sz="1050"/>
            </a:lvl2pPr>
            <a:lvl3pPr marL="685793" indent="0">
              <a:buNone/>
              <a:defRPr sz="900"/>
            </a:lvl3pPr>
            <a:lvl4pPr marL="1028690" indent="0">
              <a:buNone/>
              <a:defRPr sz="750"/>
            </a:lvl4pPr>
            <a:lvl5pPr marL="1371586" indent="0">
              <a:buNone/>
              <a:defRPr sz="750"/>
            </a:lvl5pPr>
            <a:lvl6pPr marL="1714483" indent="0">
              <a:buNone/>
              <a:defRPr sz="750"/>
            </a:lvl6pPr>
            <a:lvl7pPr marL="2057379" indent="0">
              <a:buNone/>
              <a:defRPr sz="750"/>
            </a:lvl7pPr>
            <a:lvl8pPr marL="2400276" indent="0">
              <a:buNone/>
              <a:defRPr sz="750"/>
            </a:lvl8pPr>
            <a:lvl9pPr marL="274317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4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16571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7" indent="0">
              <a:buNone/>
              <a:defRPr sz="2100"/>
            </a:lvl2pPr>
            <a:lvl3pPr marL="685793" indent="0">
              <a:buNone/>
              <a:defRPr sz="1800"/>
            </a:lvl3pPr>
            <a:lvl4pPr marL="1028690" indent="0">
              <a:buNone/>
              <a:defRPr sz="1500"/>
            </a:lvl4pPr>
            <a:lvl5pPr marL="1371586" indent="0">
              <a:buNone/>
              <a:defRPr sz="1500"/>
            </a:lvl5pPr>
            <a:lvl6pPr marL="1714483" indent="0">
              <a:buNone/>
              <a:defRPr sz="1500"/>
            </a:lvl6pPr>
            <a:lvl7pPr marL="2057379" indent="0">
              <a:buNone/>
              <a:defRPr sz="1500"/>
            </a:lvl7pPr>
            <a:lvl8pPr marL="2400276" indent="0">
              <a:buNone/>
              <a:defRPr sz="1500"/>
            </a:lvl8pPr>
            <a:lvl9pPr marL="2743173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3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897" indent="0">
              <a:buNone/>
              <a:defRPr sz="1050"/>
            </a:lvl2pPr>
            <a:lvl3pPr marL="685793" indent="0">
              <a:buNone/>
              <a:defRPr sz="900"/>
            </a:lvl3pPr>
            <a:lvl4pPr marL="1028690" indent="0">
              <a:buNone/>
              <a:defRPr sz="750"/>
            </a:lvl4pPr>
            <a:lvl5pPr marL="1371586" indent="0">
              <a:buNone/>
              <a:defRPr sz="750"/>
            </a:lvl5pPr>
            <a:lvl6pPr marL="1714483" indent="0">
              <a:buNone/>
              <a:defRPr sz="750"/>
            </a:lvl6pPr>
            <a:lvl7pPr marL="2057379" indent="0">
              <a:buNone/>
              <a:defRPr sz="750"/>
            </a:lvl7pPr>
            <a:lvl8pPr marL="2400276" indent="0">
              <a:buNone/>
              <a:defRPr sz="750"/>
            </a:lvl8pPr>
            <a:lvl9pPr marL="274317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7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6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6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0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486838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10C6E-17D0-457C-9F9D-895E65A0ACBF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475138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8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C1C9A-A52F-4699-98EB-E50F5DD22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82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79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8" indent="-171448" algn="l" defTabSz="68579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45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4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38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35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3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28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24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2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A8073-CD3B-E866-F1F1-9C6132BBD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9EF6D-0BBE-C8B8-2269-C3A694058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76"/>
          <a:stretch/>
        </p:blipFill>
        <p:spPr>
          <a:xfrm>
            <a:off x="0" y="2778654"/>
            <a:ext cx="6858000" cy="52343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2E529-F44F-D8EE-D84C-BE5A204720AE}"/>
              </a:ext>
            </a:extLst>
          </p:cNvPr>
          <p:cNvSpPr txBox="1"/>
          <p:nvPr/>
        </p:nvSpPr>
        <p:spPr>
          <a:xfrm>
            <a:off x="1038758" y="5789172"/>
            <a:ext cx="157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b="1" dirty="0">
                <a:ln w="3175">
                  <a:noFill/>
                </a:ln>
                <a:cs typeface="B Roya" panose="00000400000000000000" pitchFamily="2" charset="-78"/>
              </a:rPr>
              <a:t>راه ارتباط با ما:</a:t>
            </a:r>
            <a:endParaRPr lang="en-US" b="1" dirty="0">
              <a:ln w="3175">
                <a:noFill/>
              </a:ln>
              <a:cs typeface="B Roya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1E5ED-7E0C-D03A-FE69-ABE12515941E}"/>
              </a:ext>
            </a:extLst>
          </p:cNvPr>
          <p:cNvSpPr txBox="1"/>
          <p:nvPr/>
        </p:nvSpPr>
        <p:spPr>
          <a:xfrm>
            <a:off x="4953364" y="8112723"/>
            <a:ext cx="1578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600" b="1" dirty="0">
                <a:solidFill>
                  <a:srgbClr val="FCEECB"/>
                </a:solidFill>
                <a:cs typeface="B Nazanin" panose="00000400000000000000" pitchFamily="2" charset="-78"/>
              </a:rPr>
              <a:t>سردبیر علمی</a:t>
            </a:r>
            <a:endParaRPr lang="en-US" sz="1600" b="1" dirty="0">
              <a:solidFill>
                <a:srgbClr val="FCEECB"/>
              </a:solidFill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EB05B-7191-BF8B-1BA2-C9C7ECB027FF}"/>
              </a:ext>
            </a:extLst>
          </p:cNvPr>
          <p:cNvSpPr txBox="1"/>
          <p:nvPr/>
        </p:nvSpPr>
        <p:spPr>
          <a:xfrm>
            <a:off x="2617308" y="8116236"/>
            <a:ext cx="1578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600" b="1" dirty="0">
                <a:solidFill>
                  <a:srgbClr val="FCEECB"/>
                </a:solidFill>
                <a:cs typeface="B Nazanin" panose="00000400000000000000" pitchFamily="2" charset="-78"/>
              </a:rPr>
              <a:t>سردبیر ویراستاری</a:t>
            </a:r>
            <a:endParaRPr lang="en-US" sz="1600" b="1" dirty="0">
              <a:solidFill>
                <a:srgbClr val="FCEECB"/>
              </a:solidFill>
              <a:cs typeface="B Nazani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EE939-7734-36B7-A81C-A28E993A9393}"/>
              </a:ext>
            </a:extLst>
          </p:cNvPr>
          <p:cNvSpPr txBox="1"/>
          <p:nvPr/>
        </p:nvSpPr>
        <p:spPr>
          <a:xfrm>
            <a:off x="246722" y="8116236"/>
            <a:ext cx="189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600" b="1" dirty="0">
                <a:solidFill>
                  <a:srgbClr val="FCEECB"/>
                </a:solidFill>
                <a:cs typeface="B Nazanin" panose="00000400000000000000" pitchFamily="2" charset="-78"/>
              </a:rPr>
              <a:t>سردبیر صفحه آرایی</a:t>
            </a:r>
            <a:endParaRPr lang="en-US" sz="1600" b="1" dirty="0">
              <a:solidFill>
                <a:srgbClr val="FCEECB"/>
              </a:solidFill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D27AB-BF01-E3A8-33D4-AAF4FCD6519E}"/>
              </a:ext>
            </a:extLst>
          </p:cNvPr>
          <p:cNvSpPr txBox="1"/>
          <p:nvPr/>
        </p:nvSpPr>
        <p:spPr>
          <a:xfrm rot="921560">
            <a:off x="2145582" y="4208328"/>
            <a:ext cx="2831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cs typeface="B Titr" panose="00000700000000000000" pitchFamily="2" charset="-78"/>
              </a:rPr>
              <a:t>خبر فوری و تکان دهنده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6BBD6-1F1B-79F5-DFC8-38F5D7899862}"/>
              </a:ext>
            </a:extLst>
          </p:cNvPr>
          <p:cNvSpPr txBox="1"/>
          <p:nvPr/>
        </p:nvSpPr>
        <p:spPr>
          <a:xfrm rot="957265">
            <a:off x="1980166" y="4834434"/>
            <a:ext cx="2852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b="1" dirty="0">
                <a:cs typeface="B Koodak" panose="00000700000000000000" pitchFamily="2" charset="-78"/>
              </a:rPr>
              <a:t>دعوت به همکاری با نشریه‌ی تکانه</a:t>
            </a:r>
            <a:endParaRPr lang="en-US" b="1" dirty="0">
              <a:cs typeface="B Koodak" panose="000007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0592D-E8EB-E929-B369-3C836165E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6001">
            <a:off x="2193598" y="3981336"/>
            <a:ext cx="2571554" cy="14400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CACC957-726F-238A-EE5C-A41BB97F3D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64" t="23675" r="16952" b="58439"/>
          <a:stretch/>
        </p:blipFill>
        <p:spPr>
          <a:xfrm>
            <a:off x="1499421" y="2204386"/>
            <a:ext cx="4195986" cy="122666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5181FAC-B2EB-20E5-0A89-4EE3E00CC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64" t="23675" r="16952" b="58439"/>
          <a:stretch/>
        </p:blipFill>
        <p:spPr>
          <a:xfrm>
            <a:off x="6570618" y="2293324"/>
            <a:ext cx="126276" cy="1226667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5513C1C-F180-36EF-7ADF-E235F044F79D}"/>
              </a:ext>
            </a:extLst>
          </p:cNvPr>
          <p:cNvSpPr/>
          <p:nvPr/>
        </p:nvSpPr>
        <p:spPr>
          <a:xfrm>
            <a:off x="6298693" y="2814084"/>
            <a:ext cx="157316" cy="157316"/>
          </a:xfrm>
          <a:prstGeom prst="ellipse">
            <a:avLst/>
          </a:prstGeom>
          <a:solidFill>
            <a:srgbClr val="FC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CFD5B56-7239-9C4B-2AC8-3BECD2A034C8}"/>
              </a:ext>
            </a:extLst>
          </p:cNvPr>
          <p:cNvSpPr/>
          <p:nvPr/>
        </p:nvSpPr>
        <p:spPr>
          <a:xfrm>
            <a:off x="6288861" y="877575"/>
            <a:ext cx="157316" cy="157316"/>
          </a:xfrm>
          <a:prstGeom prst="ellipse">
            <a:avLst/>
          </a:prstGeom>
          <a:solidFill>
            <a:srgbClr val="FC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7C99F88-26BE-A4EF-FA84-CC10F5E0B8DB}"/>
              </a:ext>
            </a:extLst>
          </p:cNvPr>
          <p:cNvSpPr/>
          <p:nvPr/>
        </p:nvSpPr>
        <p:spPr>
          <a:xfrm>
            <a:off x="6283944" y="1350423"/>
            <a:ext cx="157316" cy="157316"/>
          </a:xfrm>
          <a:prstGeom prst="ellipse">
            <a:avLst/>
          </a:prstGeom>
          <a:solidFill>
            <a:srgbClr val="FC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53F5223-0EF4-F2BF-B88A-4D759871A124}"/>
              </a:ext>
            </a:extLst>
          </p:cNvPr>
          <p:cNvSpPr/>
          <p:nvPr/>
        </p:nvSpPr>
        <p:spPr>
          <a:xfrm>
            <a:off x="6283944" y="1839214"/>
            <a:ext cx="157316" cy="157316"/>
          </a:xfrm>
          <a:prstGeom prst="ellipse">
            <a:avLst/>
          </a:prstGeom>
          <a:solidFill>
            <a:srgbClr val="FC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595B6BD-E1C7-8733-209D-37A60900E2E7}"/>
              </a:ext>
            </a:extLst>
          </p:cNvPr>
          <p:cNvSpPr/>
          <p:nvPr/>
        </p:nvSpPr>
        <p:spPr>
          <a:xfrm>
            <a:off x="6293532" y="2339718"/>
            <a:ext cx="157316" cy="157316"/>
          </a:xfrm>
          <a:prstGeom prst="ellipse">
            <a:avLst/>
          </a:prstGeom>
          <a:solidFill>
            <a:srgbClr val="FC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78B590-E2E1-ADD6-F083-E5A852DAF381}"/>
              </a:ext>
            </a:extLst>
          </p:cNvPr>
          <p:cNvSpPr txBox="1"/>
          <p:nvPr/>
        </p:nvSpPr>
        <p:spPr>
          <a:xfrm>
            <a:off x="2428240" y="2731470"/>
            <a:ext cx="3732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rgbClr val="FCEECB">
                      <a:alpha val="40000"/>
                    </a:srgbClr>
                  </a:glow>
                </a:effectLst>
                <a:cs typeface="B Homa" panose="00000400000000000000" pitchFamily="2" charset="-78"/>
              </a:rPr>
              <a:t>کسب تجربه‌ی کار گروهی و علمی دانشجویی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rgbClr val="FCEECB">
                    <a:alpha val="40000"/>
                  </a:srgbClr>
                </a:glow>
              </a:effectLst>
              <a:cs typeface="B Homa" panose="000004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8E699A-F215-213D-7951-10929FC28796}"/>
              </a:ext>
            </a:extLst>
          </p:cNvPr>
          <p:cNvSpPr txBox="1"/>
          <p:nvPr/>
        </p:nvSpPr>
        <p:spPr>
          <a:xfrm>
            <a:off x="1294075" y="772081"/>
            <a:ext cx="4886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rgbClr val="FCEECB">
                      <a:alpha val="40000"/>
                    </a:srgbClr>
                  </a:glow>
                </a:effectLst>
                <a:cs typeface="B Homa" panose="00000400000000000000" pitchFamily="2" charset="-78"/>
              </a:rPr>
              <a:t>سهیم شدن در میراث چندین ساله‌ی دانشکده‌ی فیزیک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rgbClr val="FCEECB">
                    <a:alpha val="40000"/>
                  </a:srgbClr>
                </a:glow>
              </a:effectLst>
              <a:cs typeface="B Homa" panose="00000400000000000000" pitchFamily="2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BFF107-63B8-036D-E22C-C44150FE93A8}"/>
              </a:ext>
            </a:extLst>
          </p:cNvPr>
          <p:cNvSpPr txBox="1"/>
          <p:nvPr/>
        </p:nvSpPr>
        <p:spPr>
          <a:xfrm>
            <a:off x="866374" y="1276984"/>
            <a:ext cx="529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rgbClr val="FCEECB">
                      <a:alpha val="40000"/>
                    </a:srgbClr>
                  </a:glow>
                </a:effectLst>
                <a:cs typeface="B Homa" panose="00000400000000000000" pitchFamily="2" charset="-78"/>
              </a:rPr>
              <a:t>آموزش تمام پیش‌نیازها برای همکاری، توسط سردبیران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rgbClr val="FCEECB">
                    <a:alpha val="40000"/>
                  </a:srgbClr>
                </a:glow>
              </a:effectLst>
              <a:cs typeface="B Homa" panose="00000400000000000000" pitchFamily="2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F25B16-1EC4-104E-DDBE-6A921101EA3B}"/>
              </a:ext>
            </a:extLst>
          </p:cNvPr>
          <p:cNvSpPr txBox="1"/>
          <p:nvPr/>
        </p:nvSpPr>
        <p:spPr>
          <a:xfrm>
            <a:off x="1461227" y="1748547"/>
            <a:ext cx="4699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rgbClr val="FCEECB">
                      <a:alpha val="40000"/>
                    </a:srgbClr>
                  </a:glow>
                </a:effectLst>
                <a:cs typeface="B Homa" panose="00000400000000000000" pitchFamily="2" charset="-78"/>
              </a:rPr>
              <a:t>متناسب بودن حجم فعالیت‌ها با برنامه‌ی زمانی شما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rgbClr val="FCEECB">
                    <a:alpha val="40000"/>
                  </a:srgbClr>
                </a:glow>
              </a:effectLst>
              <a:cs typeface="B Homa" panose="00000400000000000000" pitchFamily="2" charset="-7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826898-27E1-E96D-2943-68492A378C72}"/>
              </a:ext>
            </a:extLst>
          </p:cNvPr>
          <p:cNvSpPr txBox="1"/>
          <p:nvPr/>
        </p:nvSpPr>
        <p:spPr>
          <a:xfrm>
            <a:off x="1622954" y="2242620"/>
            <a:ext cx="453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rgbClr val="FCEECB">
                      <a:alpha val="40000"/>
                    </a:srgbClr>
                  </a:glow>
                </a:effectLst>
                <a:cs typeface="B Homa" panose="00000400000000000000" pitchFamily="2" charset="-78"/>
              </a:rPr>
              <a:t>جایی برای بروز خلاقیت و رشد مهارت‌های شما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rgbClr val="FCEECB">
                    <a:alpha val="40000"/>
                  </a:srgbClr>
                </a:glow>
              </a:effectLst>
              <a:cs typeface="B Homa" panose="00000400000000000000" pitchFamily="2" charset="-7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16448C-73CB-A4AE-A8E4-1D0767491916}"/>
              </a:ext>
            </a:extLst>
          </p:cNvPr>
          <p:cNvSpPr txBox="1"/>
          <p:nvPr/>
        </p:nvSpPr>
        <p:spPr>
          <a:xfrm>
            <a:off x="5278153" y="8381304"/>
            <a:ext cx="1172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9EB2"/>
                </a:solidFill>
                <a:cs typeface="B Nazanin" panose="00000400000000000000" pitchFamily="2" charset="-78"/>
              </a:rPr>
              <a:t>@KavyanZ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5A7B64-5EF7-A6BD-EE43-48536F2A8DF7}"/>
              </a:ext>
            </a:extLst>
          </p:cNvPr>
          <p:cNvSpPr txBox="1"/>
          <p:nvPr/>
        </p:nvSpPr>
        <p:spPr>
          <a:xfrm>
            <a:off x="5118343" y="8635425"/>
            <a:ext cx="1578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9EB2"/>
                </a:solidFill>
                <a:cs typeface="B Nazanin" panose="00000400000000000000" pitchFamily="2" charset="-78"/>
              </a:rPr>
              <a:t>@SohrabMaleki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699C95-3E10-B882-04B0-8DADD7AD0830}"/>
              </a:ext>
            </a:extLst>
          </p:cNvPr>
          <p:cNvSpPr txBox="1"/>
          <p:nvPr/>
        </p:nvSpPr>
        <p:spPr>
          <a:xfrm>
            <a:off x="2895264" y="8457928"/>
            <a:ext cx="1172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9EB2"/>
                </a:solidFill>
                <a:cs typeface="B Nazanin" panose="00000400000000000000" pitchFamily="2" charset="-78"/>
              </a:rPr>
              <a:t>@ZZAA1383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41EBAF-0177-AB4C-9E4E-CB9D14C9352B}"/>
              </a:ext>
            </a:extLst>
          </p:cNvPr>
          <p:cNvSpPr txBox="1"/>
          <p:nvPr/>
        </p:nvSpPr>
        <p:spPr>
          <a:xfrm>
            <a:off x="506523" y="8457928"/>
            <a:ext cx="1371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319EB2"/>
                </a:solidFill>
                <a:cs typeface="B Nazanin" panose="00000400000000000000" pitchFamily="2" charset="-78"/>
              </a:rPr>
              <a:t>@flyingcomet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96BE24-ED14-824A-2081-946177D22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81" y="6261732"/>
            <a:ext cx="1129246" cy="11292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0A81FC-8CB2-E535-C9A3-CAD06D4530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685" y="6261732"/>
            <a:ext cx="1129246" cy="11292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EA0DD5A-12CC-4F33-640D-2BA7F42C54F5}"/>
              </a:ext>
            </a:extLst>
          </p:cNvPr>
          <p:cNvSpPr txBox="1"/>
          <p:nvPr/>
        </p:nvSpPr>
        <p:spPr>
          <a:xfrm>
            <a:off x="711474" y="7481790"/>
            <a:ext cx="401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takaneh.magazine.official@gmail.com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2DE68F-758E-6599-2C8E-E31DD66EBB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41" y="7487931"/>
            <a:ext cx="369333" cy="3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71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</TotalTime>
  <Words>80</Words>
  <Application>Microsoft Office PowerPoint</Application>
  <PresentationFormat>On-screen Show (4:3)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B Homa</vt:lpstr>
      <vt:lpstr>B Koodak</vt:lpstr>
      <vt:lpstr>B Nazanin</vt:lpstr>
      <vt:lpstr>B Roya</vt:lpstr>
      <vt:lpstr>B Titr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Zahra Amiri</dc:creator>
  <cp:lastModifiedBy>Zahra Amiri</cp:lastModifiedBy>
  <cp:revision>3</cp:revision>
  <dcterms:created xsi:type="dcterms:W3CDTF">2024-10-19T09:33:57Z</dcterms:created>
  <dcterms:modified xsi:type="dcterms:W3CDTF">2024-10-27T14:42:11Z</dcterms:modified>
</cp:coreProperties>
</file>